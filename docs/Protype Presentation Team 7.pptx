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EB Garamond"/>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EBGaramond-bold.fntdata"/><Relationship Id="rId10" Type="http://schemas.openxmlformats.org/officeDocument/2006/relationships/font" Target="fonts/EBGaramond-regular.fntdata"/><Relationship Id="rId13" Type="http://schemas.openxmlformats.org/officeDocument/2006/relationships/font" Target="fonts/EBGaramond-boldItalic.fntdata"/><Relationship Id="rId12" Type="http://schemas.openxmlformats.org/officeDocument/2006/relationships/font" Target="fonts/EBGaramon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c955f1618d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c955f1618d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96a2bd2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96a2bd2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96a2bd24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96a2bd24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96a2bd24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96a2bd24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37358" y="-859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latin typeface="EB Garamond"/>
                <a:ea typeface="EB Garamond"/>
                <a:cs typeface="EB Garamond"/>
                <a:sym typeface="EB Garamond"/>
              </a:rPr>
              <a:t>GymBuddy -Team 7</a:t>
            </a:r>
            <a:endParaRPr>
              <a:solidFill>
                <a:schemeClr val="lt1"/>
              </a:solidFill>
              <a:latin typeface="EB Garamond"/>
              <a:ea typeface="EB Garamond"/>
              <a:cs typeface="EB Garamond"/>
              <a:sym typeface="EB Garamond"/>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Why GymBuddy was made</a:t>
            </a:r>
            <a:endParaRPr>
              <a:solidFill>
                <a:schemeClr val="lt1"/>
              </a:solidFill>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lt1"/>
                </a:solidFill>
              </a:rPr>
              <a:t>GymBuddy was made to help out all the countless individuals who wanted to go find a gym for themselves but couldn’t make the choice because they did not have everything in front of them at once. GymBuddy takes a customer’s preferences, like location, workout style, etc., and matches them with gyms based off of those. Meanwhile, on the gym owner side, you could post your gym and information about it and hope you attract more clients.</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Customer’s side</a:t>
            </a:r>
            <a:endParaRPr>
              <a:solidFill>
                <a:schemeClr val="lt1"/>
              </a:solidFill>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lt1"/>
                </a:solidFill>
              </a:rPr>
              <a:t>On the customer’s side of GymBuddy, you are able to log in or make an account where you can set your preferences, browse through </a:t>
            </a:r>
            <a:r>
              <a:rPr lang="en">
                <a:solidFill>
                  <a:schemeClr val="lt1"/>
                </a:solidFill>
              </a:rPr>
              <a:t>available</a:t>
            </a:r>
            <a:r>
              <a:rPr lang="en">
                <a:solidFill>
                  <a:schemeClr val="lt1"/>
                </a:solidFill>
              </a:rPr>
              <a:t> gyms, and leave reviews/replies.</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Gym Owner’s side</a:t>
            </a:r>
            <a:endParaRPr>
              <a:solidFill>
                <a:schemeClr val="lt1"/>
              </a:solidFill>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lt1"/>
                </a:solidFill>
              </a:rPr>
              <a:t>On the owner side of GymBuddy, you had the ability to log in or set up an account, which then required you to make a profile, which involved location, amenities, equipment style, etc. Also, not only view reviews left on your gym but also make replies to them.</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